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9" r:id="rId8"/>
    <p:sldId id="270" r:id="rId9"/>
    <p:sldId id="271" r:id="rId10"/>
    <p:sldId id="272" r:id="rId11"/>
    <p:sldId id="263" r:id="rId12"/>
    <p:sldId id="273" r:id="rId13"/>
    <p:sldId id="266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D7CF0-696E-4328-96E9-369AE9BF68C5}" v="39" dt="2025-08-15T12:26:55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a br" userId="df16ad5afe305f94" providerId="LiveId" clId="{439D7CF0-696E-4328-96E9-369AE9BF68C5}"/>
    <pc:docChg chg="undo custSel addSld delSld modSld sldOrd">
      <pc:chgData name="Varsha br" userId="df16ad5afe305f94" providerId="LiveId" clId="{439D7CF0-696E-4328-96E9-369AE9BF68C5}" dt="2025-08-15T12:27:37.654" v="728" actId="14100"/>
      <pc:docMkLst>
        <pc:docMk/>
      </pc:docMkLst>
      <pc:sldChg chg="modSp mod">
        <pc:chgData name="Varsha br" userId="df16ad5afe305f94" providerId="LiveId" clId="{439D7CF0-696E-4328-96E9-369AE9BF68C5}" dt="2025-08-15T11:20:41.547" v="100" actId="20577"/>
        <pc:sldMkLst>
          <pc:docMk/>
          <pc:sldMk cId="0" sldId="257"/>
        </pc:sldMkLst>
        <pc:spChg chg="mod">
          <ac:chgData name="Varsha br" userId="df16ad5afe305f94" providerId="LiveId" clId="{439D7CF0-696E-4328-96E9-369AE9BF68C5}" dt="2025-08-15T11:20:41.547" v="100" actId="20577"/>
          <ac:spMkLst>
            <pc:docMk/>
            <pc:sldMk cId="0" sldId="257"/>
            <ac:spMk id="1048586" creationId="{00000000-0000-0000-0000-000000000000}"/>
          </ac:spMkLst>
        </pc:spChg>
        <pc:graphicFrameChg chg="modGraphic">
          <ac:chgData name="Varsha br" userId="df16ad5afe305f94" providerId="LiveId" clId="{439D7CF0-696E-4328-96E9-369AE9BF68C5}" dt="2025-08-15T11:17:33.422" v="95" actId="20577"/>
          <ac:graphicFrameMkLst>
            <pc:docMk/>
            <pc:sldMk cId="0" sldId="257"/>
            <ac:graphicFrameMk id="4194305" creationId="{00000000-0000-0000-0000-000000000000}"/>
          </ac:graphicFrameMkLst>
        </pc:graphicFrameChg>
      </pc:sldChg>
      <pc:sldChg chg="modSp mod">
        <pc:chgData name="Varsha br" userId="df16ad5afe305f94" providerId="LiveId" clId="{439D7CF0-696E-4328-96E9-369AE9BF68C5}" dt="2025-08-15T11:24:54.047" v="103" actId="255"/>
        <pc:sldMkLst>
          <pc:docMk/>
          <pc:sldMk cId="0" sldId="258"/>
        </pc:sldMkLst>
        <pc:spChg chg="mod">
          <ac:chgData name="Varsha br" userId="df16ad5afe305f94" providerId="LiveId" clId="{439D7CF0-696E-4328-96E9-369AE9BF68C5}" dt="2025-08-15T11:24:54.047" v="103" actId="255"/>
          <ac:spMkLst>
            <pc:docMk/>
            <pc:sldMk cId="0" sldId="258"/>
            <ac:spMk id="1048599" creationId="{00000000-0000-0000-0000-000000000000}"/>
          </ac:spMkLst>
        </pc:spChg>
      </pc:sldChg>
      <pc:sldChg chg="modSp mod">
        <pc:chgData name="Varsha br" userId="df16ad5afe305f94" providerId="LiveId" clId="{439D7CF0-696E-4328-96E9-369AE9BF68C5}" dt="2025-08-15T12:27:37.654" v="728" actId="14100"/>
        <pc:sldMkLst>
          <pc:docMk/>
          <pc:sldMk cId="0" sldId="259"/>
        </pc:sldMkLst>
        <pc:spChg chg="mod">
          <ac:chgData name="Varsha br" userId="df16ad5afe305f94" providerId="LiveId" clId="{439D7CF0-696E-4328-96E9-369AE9BF68C5}" dt="2025-08-15T12:27:37.654" v="728" actId="14100"/>
          <ac:spMkLst>
            <pc:docMk/>
            <pc:sldMk cId="0" sldId="259"/>
            <ac:spMk id="1048603" creationId="{00000000-0000-0000-0000-000000000000}"/>
          </ac:spMkLst>
        </pc:spChg>
      </pc:sldChg>
      <pc:sldChg chg="addSp modSp mod">
        <pc:chgData name="Varsha br" userId="df16ad5afe305f94" providerId="LiveId" clId="{439D7CF0-696E-4328-96E9-369AE9BF68C5}" dt="2025-08-15T12:14:02.943" v="589" actId="255"/>
        <pc:sldMkLst>
          <pc:docMk/>
          <pc:sldMk cId="0" sldId="260"/>
        </pc:sldMkLst>
        <pc:spChg chg="add">
          <ac:chgData name="Varsha br" userId="df16ad5afe305f94" providerId="LiveId" clId="{439D7CF0-696E-4328-96E9-369AE9BF68C5}" dt="2025-08-15T11:37:30.675" v="343"/>
          <ac:spMkLst>
            <pc:docMk/>
            <pc:sldMk cId="0" sldId="260"/>
            <ac:spMk id="2" creationId="{ED175FAD-0DBC-E5B1-07E8-47481AF75512}"/>
          </ac:spMkLst>
        </pc:spChg>
        <pc:spChg chg="add">
          <ac:chgData name="Varsha br" userId="df16ad5afe305f94" providerId="LiveId" clId="{439D7CF0-696E-4328-96E9-369AE9BF68C5}" dt="2025-08-15T11:37:34.591" v="344"/>
          <ac:spMkLst>
            <pc:docMk/>
            <pc:sldMk cId="0" sldId="260"/>
            <ac:spMk id="3" creationId="{8A9F82A0-4637-3925-0E92-28C9090DA632}"/>
          </ac:spMkLst>
        </pc:spChg>
        <pc:spChg chg="mod">
          <ac:chgData name="Varsha br" userId="df16ad5afe305f94" providerId="LiveId" clId="{439D7CF0-696E-4328-96E9-369AE9BF68C5}" dt="2025-08-15T12:14:02.943" v="589" actId="255"/>
          <ac:spMkLst>
            <pc:docMk/>
            <pc:sldMk cId="0" sldId="260"/>
            <ac:spMk id="1048607" creationId="{00000000-0000-0000-0000-000000000000}"/>
          </ac:spMkLst>
        </pc:spChg>
      </pc:sldChg>
      <pc:sldChg chg="addSp delSp modSp mod">
        <pc:chgData name="Varsha br" userId="df16ad5afe305f94" providerId="LiveId" clId="{439D7CF0-696E-4328-96E9-369AE9BF68C5}" dt="2025-08-15T11:42:09.663" v="382" actId="255"/>
        <pc:sldMkLst>
          <pc:docMk/>
          <pc:sldMk cId="0" sldId="261"/>
        </pc:sldMkLst>
        <pc:spChg chg="add mod">
          <ac:chgData name="Varsha br" userId="df16ad5afe305f94" providerId="LiveId" clId="{439D7CF0-696E-4328-96E9-369AE9BF68C5}" dt="2025-08-15T11:41:22.143" v="376" actId="20577"/>
          <ac:spMkLst>
            <pc:docMk/>
            <pc:sldMk cId="0" sldId="261"/>
            <ac:spMk id="3" creationId="{F7AE7B76-6270-6608-932C-714E88C63ACC}"/>
          </ac:spMkLst>
        </pc:spChg>
        <pc:spChg chg="del">
          <ac:chgData name="Varsha br" userId="df16ad5afe305f94" providerId="LiveId" clId="{439D7CF0-696E-4328-96E9-369AE9BF68C5}" dt="2025-08-15T11:40:47.845" v="358" actId="478"/>
          <ac:spMkLst>
            <pc:docMk/>
            <pc:sldMk cId="0" sldId="261"/>
            <ac:spMk id="1048610" creationId="{00000000-0000-0000-0000-000000000000}"/>
          </ac:spMkLst>
        </pc:spChg>
        <pc:spChg chg="mod">
          <ac:chgData name="Varsha br" userId="df16ad5afe305f94" providerId="LiveId" clId="{439D7CF0-696E-4328-96E9-369AE9BF68C5}" dt="2025-08-15T11:42:09.663" v="382" actId="255"/>
          <ac:spMkLst>
            <pc:docMk/>
            <pc:sldMk cId="0" sldId="261"/>
            <ac:spMk id="1048611" creationId="{00000000-0000-0000-0000-000000000000}"/>
          </ac:spMkLst>
        </pc:spChg>
      </pc:sldChg>
      <pc:sldChg chg="modSp mod">
        <pc:chgData name="Varsha br" userId="df16ad5afe305f94" providerId="LiveId" clId="{439D7CF0-696E-4328-96E9-369AE9BF68C5}" dt="2025-08-15T11:48:02.153" v="472" actId="14100"/>
        <pc:sldMkLst>
          <pc:docMk/>
          <pc:sldMk cId="0" sldId="262"/>
        </pc:sldMkLst>
        <pc:spChg chg="mod">
          <ac:chgData name="Varsha br" userId="df16ad5afe305f94" providerId="LiveId" clId="{439D7CF0-696E-4328-96E9-369AE9BF68C5}" dt="2025-08-15T11:42:47.993" v="430" actId="20577"/>
          <ac:spMkLst>
            <pc:docMk/>
            <pc:sldMk cId="0" sldId="262"/>
            <ac:spMk id="1048614" creationId="{00000000-0000-0000-0000-000000000000}"/>
          </ac:spMkLst>
        </pc:spChg>
        <pc:spChg chg="mod">
          <ac:chgData name="Varsha br" userId="df16ad5afe305f94" providerId="LiveId" clId="{439D7CF0-696E-4328-96E9-369AE9BF68C5}" dt="2025-08-15T11:48:02.153" v="472" actId="14100"/>
          <ac:spMkLst>
            <pc:docMk/>
            <pc:sldMk cId="0" sldId="262"/>
            <ac:spMk id="1048615" creationId="{00000000-0000-0000-0000-000000000000}"/>
          </ac:spMkLst>
        </pc:spChg>
      </pc:sldChg>
      <pc:sldChg chg="ord">
        <pc:chgData name="Varsha br" userId="df16ad5afe305f94" providerId="LiveId" clId="{439D7CF0-696E-4328-96E9-369AE9BF68C5}" dt="2025-08-15T12:10:14.009" v="571"/>
        <pc:sldMkLst>
          <pc:docMk/>
          <pc:sldMk cId="0" sldId="263"/>
        </pc:sldMkLst>
      </pc:sldChg>
      <pc:sldChg chg="del">
        <pc:chgData name="Varsha br" userId="df16ad5afe305f94" providerId="LiveId" clId="{439D7CF0-696E-4328-96E9-369AE9BF68C5}" dt="2025-08-15T12:23:38.157" v="685" actId="2696"/>
        <pc:sldMkLst>
          <pc:docMk/>
          <pc:sldMk cId="0" sldId="264"/>
        </pc:sldMkLst>
      </pc:sldChg>
      <pc:sldChg chg="del">
        <pc:chgData name="Varsha br" userId="df16ad5afe305f94" providerId="LiveId" clId="{439D7CF0-696E-4328-96E9-369AE9BF68C5}" dt="2025-08-15T12:23:42.061" v="686" actId="2696"/>
        <pc:sldMkLst>
          <pc:docMk/>
          <pc:sldMk cId="0" sldId="265"/>
        </pc:sldMkLst>
      </pc:sldChg>
      <pc:sldChg chg="modSp mod">
        <pc:chgData name="Varsha br" userId="df16ad5afe305f94" providerId="LiveId" clId="{439D7CF0-696E-4328-96E9-369AE9BF68C5}" dt="2025-08-15T12:26:55.098" v="726"/>
        <pc:sldMkLst>
          <pc:docMk/>
          <pc:sldMk cId="0" sldId="266"/>
        </pc:sldMkLst>
        <pc:spChg chg="mod">
          <ac:chgData name="Varsha br" userId="df16ad5afe305f94" providerId="LiveId" clId="{439D7CF0-696E-4328-96E9-369AE9BF68C5}" dt="2025-08-15T12:24:42.750" v="687" actId="1076"/>
          <ac:spMkLst>
            <pc:docMk/>
            <pc:sldMk cId="0" sldId="266"/>
            <ac:spMk id="1048630" creationId="{00000000-0000-0000-0000-000000000000}"/>
          </ac:spMkLst>
        </pc:spChg>
        <pc:spChg chg="mod">
          <ac:chgData name="Varsha br" userId="df16ad5afe305f94" providerId="LiveId" clId="{439D7CF0-696E-4328-96E9-369AE9BF68C5}" dt="2025-08-15T12:26:55.098" v="726"/>
          <ac:spMkLst>
            <pc:docMk/>
            <pc:sldMk cId="0" sldId="266"/>
            <ac:spMk id="1048631" creationId="{00000000-0000-0000-0000-000000000000}"/>
          </ac:spMkLst>
        </pc:spChg>
      </pc:sldChg>
      <pc:sldChg chg="modSp new mod">
        <pc:chgData name="Varsha br" userId="df16ad5afe305f94" providerId="LiveId" clId="{439D7CF0-696E-4328-96E9-369AE9BF68C5}" dt="2025-08-15T11:51:33.872" v="489" actId="20577"/>
        <pc:sldMkLst>
          <pc:docMk/>
          <pc:sldMk cId="4262382583" sldId="269"/>
        </pc:sldMkLst>
        <pc:spChg chg="mod">
          <ac:chgData name="Varsha br" userId="df16ad5afe305f94" providerId="LiveId" clId="{439D7CF0-696E-4328-96E9-369AE9BF68C5}" dt="2025-08-15T11:48:44.032" v="474"/>
          <ac:spMkLst>
            <pc:docMk/>
            <pc:sldMk cId="4262382583" sldId="269"/>
            <ac:spMk id="2" creationId="{6B9B7B97-9DFE-F7C8-B5CD-A7634411780F}"/>
          </ac:spMkLst>
        </pc:spChg>
        <pc:spChg chg="mod">
          <ac:chgData name="Varsha br" userId="df16ad5afe305f94" providerId="LiveId" clId="{439D7CF0-696E-4328-96E9-369AE9BF68C5}" dt="2025-08-15T11:51:33.872" v="489" actId="20577"/>
          <ac:spMkLst>
            <pc:docMk/>
            <pc:sldMk cId="4262382583" sldId="269"/>
            <ac:spMk id="3" creationId="{D93A8E73-2502-5DFF-7BB4-C9DB2AD9CC94}"/>
          </ac:spMkLst>
        </pc:spChg>
      </pc:sldChg>
      <pc:sldChg chg="addSp modSp new mod">
        <pc:chgData name="Varsha br" userId="df16ad5afe305f94" providerId="LiveId" clId="{439D7CF0-696E-4328-96E9-369AE9BF68C5}" dt="2025-08-15T12:23:02.452" v="684" actId="20577"/>
        <pc:sldMkLst>
          <pc:docMk/>
          <pc:sldMk cId="290296678" sldId="270"/>
        </pc:sldMkLst>
        <pc:spChg chg="mod">
          <ac:chgData name="Varsha br" userId="df16ad5afe305f94" providerId="LiveId" clId="{439D7CF0-696E-4328-96E9-369AE9BF68C5}" dt="2025-08-15T12:23:02.452" v="684" actId="20577"/>
          <ac:spMkLst>
            <pc:docMk/>
            <pc:sldMk cId="290296678" sldId="270"/>
            <ac:spMk id="2" creationId="{23629C14-0850-3411-C2ED-BA30ACDEA794}"/>
          </ac:spMkLst>
        </pc:spChg>
        <pc:spChg chg="mod">
          <ac:chgData name="Varsha br" userId="df16ad5afe305f94" providerId="LiveId" clId="{439D7CF0-696E-4328-96E9-369AE9BF68C5}" dt="2025-08-15T12:22:25.137" v="675" actId="20577"/>
          <ac:spMkLst>
            <pc:docMk/>
            <pc:sldMk cId="290296678" sldId="270"/>
            <ac:spMk id="3" creationId="{C2132831-917F-6B52-F58F-E8B478B139D8}"/>
          </ac:spMkLst>
        </pc:spChg>
        <pc:picChg chg="add mod">
          <ac:chgData name="Varsha br" userId="df16ad5afe305f94" providerId="LiveId" clId="{439D7CF0-696E-4328-96E9-369AE9BF68C5}" dt="2025-08-15T12:22:30.555" v="676" actId="14100"/>
          <ac:picMkLst>
            <pc:docMk/>
            <pc:sldMk cId="290296678" sldId="270"/>
            <ac:picMk id="2050" creationId="{B8F055A0-BE0B-3530-38BE-DA59A747A467}"/>
          </ac:picMkLst>
        </pc:picChg>
      </pc:sldChg>
      <pc:sldChg chg="modSp new mod">
        <pc:chgData name="Varsha br" userId="df16ad5afe305f94" providerId="LiveId" clId="{439D7CF0-696E-4328-96E9-369AE9BF68C5}" dt="2025-08-15T12:11:04.245" v="572" actId="255"/>
        <pc:sldMkLst>
          <pc:docMk/>
          <pc:sldMk cId="222005521" sldId="271"/>
        </pc:sldMkLst>
        <pc:spChg chg="mod">
          <ac:chgData name="Varsha br" userId="df16ad5afe305f94" providerId="LiveId" clId="{439D7CF0-696E-4328-96E9-369AE9BF68C5}" dt="2025-08-15T11:55:24.758" v="516"/>
          <ac:spMkLst>
            <pc:docMk/>
            <pc:sldMk cId="222005521" sldId="271"/>
            <ac:spMk id="2" creationId="{84A3BC9B-CFDA-1BA3-B4BC-8C70C8B8261D}"/>
          </ac:spMkLst>
        </pc:spChg>
        <pc:spChg chg="mod">
          <ac:chgData name="Varsha br" userId="df16ad5afe305f94" providerId="LiveId" clId="{439D7CF0-696E-4328-96E9-369AE9BF68C5}" dt="2025-08-15T12:11:04.245" v="572" actId="255"/>
          <ac:spMkLst>
            <pc:docMk/>
            <pc:sldMk cId="222005521" sldId="271"/>
            <ac:spMk id="3" creationId="{67AF89CC-E464-CDFB-AC3F-C67A1B58518F}"/>
          </ac:spMkLst>
        </pc:spChg>
      </pc:sldChg>
      <pc:sldChg chg="modSp new mod">
        <pc:chgData name="Varsha br" userId="df16ad5afe305f94" providerId="LiveId" clId="{439D7CF0-696E-4328-96E9-369AE9BF68C5}" dt="2025-08-15T12:08:07.169" v="562" actId="20577"/>
        <pc:sldMkLst>
          <pc:docMk/>
          <pc:sldMk cId="3788213334" sldId="272"/>
        </pc:sldMkLst>
        <pc:spChg chg="mod">
          <ac:chgData name="Varsha br" userId="df16ad5afe305f94" providerId="LiveId" clId="{439D7CF0-696E-4328-96E9-369AE9BF68C5}" dt="2025-08-15T12:08:07.169" v="562" actId="20577"/>
          <ac:spMkLst>
            <pc:docMk/>
            <pc:sldMk cId="3788213334" sldId="272"/>
            <ac:spMk id="2" creationId="{487E0D46-5267-4672-71F6-C280E715379C}"/>
          </ac:spMkLst>
        </pc:spChg>
        <pc:spChg chg="mod">
          <ac:chgData name="Varsha br" userId="df16ad5afe305f94" providerId="LiveId" clId="{439D7CF0-696E-4328-96E9-369AE9BF68C5}" dt="2025-08-15T12:07:55.232" v="561" actId="20577"/>
          <ac:spMkLst>
            <pc:docMk/>
            <pc:sldMk cId="3788213334" sldId="272"/>
            <ac:spMk id="3" creationId="{FBF5515D-4384-3B5C-0315-5799018E13AE}"/>
          </ac:spMkLst>
        </pc:spChg>
      </pc:sldChg>
      <pc:sldChg chg="modSp new mod">
        <pc:chgData name="Varsha br" userId="df16ad5afe305f94" providerId="LiveId" clId="{439D7CF0-696E-4328-96E9-369AE9BF68C5}" dt="2025-08-15T12:10:06.657" v="569" actId="255"/>
        <pc:sldMkLst>
          <pc:docMk/>
          <pc:sldMk cId="433258705" sldId="273"/>
        </pc:sldMkLst>
        <pc:spChg chg="mod">
          <ac:chgData name="Varsha br" userId="df16ad5afe305f94" providerId="LiveId" clId="{439D7CF0-696E-4328-96E9-369AE9BF68C5}" dt="2025-08-15T12:08:24.252" v="564"/>
          <ac:spMkLst>
            <pc:docMk/>
            <pc:sldMk cId="433258705" sldId="273"/>
            <ac:spMk id="2" creationId="{3D7FB88E-7453-DC9F-5EED-DD5D75C766DF}"/>
          </ac:spMkLst>
        </pc:spChg>
        <pc:spChg chg="mod">
          <ac:chgData name="Varsha br" userId="df16ad5afe305f94" providerId="LiveId" clId="{439D7CF0-696E-4328-96E9-369AE9BF68C5}" dt="2025-08-15T12:10:06.657" v="569" actId="255"/>
          <ac:spMkLst>
            <pc:docMk/>
            <pc:sldMk cId="433258705" sldId="273"/>
            <ac:spMk id="3" creationId="{050610C8-944A-8A2B-A93C-2B0236E868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85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01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5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9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3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3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5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5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2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63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64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5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8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69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0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1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2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3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4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8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9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097154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6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7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8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4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4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3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4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1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2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3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4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ijer.org/JNRID/papers/JNRID2411012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Blockchain-Based Land Registration System</a:t>
            </a: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20221CBC(</a:t>
            </a:r>
            <a:r>
              <a:rPr lang="en-IN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CBC_3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048588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r>
              <a:rPr lang="en-IN" sz="1800" dirty="0"/>
              <a:t> Mr.Shankar J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dirty="0"/>
              <a:t>Mr.Shankar J</a:t>
            </a:r>
            <a:endParaRPr lang="en-US" alt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4194304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Pravinthraja S</a:t>
            </a:r>
            <a:endParaRPr lang="en-US" sz="18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H M Manjula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4194305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2444286"/>
              </p:ext>
            </p:extLst>
          </p:nvPr>
        </p:nvGraphicFramePr>
        <p:xfrm>
          <a:off x="999490" y="2802890"/>
          <a:ext cx="3431540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17365D"/>
                          </a:solidFill>
                          <a:sym typeface="+mn-ea"/>
                        </a:rPr>
                        <a:t>Roll Number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17365D"/>
                          </a:solidFill>
                          <a:sym typeface="+mn-ea"/>
                        </a:rPr>
                        <a:t>Student Name</a:t>
                      </a:r>
                      <a:endParaRPr sz="14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Varsha 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Sandya KJ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C.Lokesh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PSCS_4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9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Organization::Ministry of Jal Shakti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Description:Current land registration systems are prone to fraud, delays, and lack of transparency.Manual record-keeping leads to disputes and high verification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time.Need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a tamper-proof, transparent, and efficient solution.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3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30301"/>
            <a:ext cx="10668000" cy="426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Proposed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System Requirements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Workflow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Challenges &amp;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Conclusion &amp; Future Scope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86080" y="830580"/>
            <a:ext cx="10937875" cy="455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:</a:t>
            </a:r>
            <a:r>
              <a:rPr lang="en-US" sz="3400" dirty="0">
                <a:latin typeface="Cambria" panose="02040503050406030204" pitchFamily="18" charset="0"/>
                <a:ea typeface="Cambria" panose="02040503050406030204" pitchFamily="18" charset="0"/>
              </a:rPr>
              <a:t>Current land registration systems are prone to fraud, delays, and lack of transparency. Manual record-keeping leads to disputes and high verification time.Need for a tamper-proof, transparent, and efficient solution.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3400" b="1" dirty="0">
                <a:latin typeface="Cambria" panose="02040503050406030204" pitchFamily="18" charset="0"/>
                <a:ea typeface="Cambria" panose="02040503050406030204" pitchFamily="18" charset="0"/>
              </a:rPr>
              <a:t>A solution is needed to: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Cambria" panose="02040503050406030204" pitchFamily="18" charset="0"/>
                <a:ea typeface="Cambria" panose="02040503050406030204" pitchFamily="18" charset="0"/>
              </a:rPr>
              <a:t>Blockchain-Based Land Registry 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Cambria" panose="02040503050406030204" pitchFamily="18" charset="0"/>
                <a:ea typeface="Cambria" panose="02040503050406030204" pitchFamily="18" charset="0"/>
              </a:rPr>
              <a:t>Smart Contracts for Transactions 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Cambria" panose="02040503050406030204" pitchFamily="18" charset="0"/>
                <a:ea typeface="Cambria" panose="02040503050406030204" pitchFamily="18" charset="0"/>
              </a:rPr>
              <a:t>Decentralized Access &amp; Transparency</a:t>
            </a:r>
            <a:endParaRPr lang="en-US" altLang="en-US" sz="3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79730" y="1143000"/>
            <a:ext cx="1119759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4167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Provide a secure and transparent platform.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Reduce registration time and disputes.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Enable decentralized data storage to prevent tampering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AE7B76-6270-6608-932C-714E88C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581025" y="1168400"/>
            <a:ext cx="10899775" cy="4622800"/>
          </a:xfrm>
        </p:spPr>
        <p:txBody>
          <a:bodyPr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Frontend: HTML, CSS, JavaScript (React/Angular optional)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Backend: Node.js / Express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Blockchain: Ethereum (</a:t>
            </a:r>
            <a:r>
              <a:rPr lang="en-US" altLang="en-US" sz="3200" dirty="0" err="1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Testnet</a:t>
            </a: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/ Private Network)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Database: IPFS + </a:t>
            </a:r>
            <a:r>
              <a:rPr lang="en-US" altLang="en-US" sz="3200" dirty="0" err="1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MongoDBSmart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Contracts: Solidity.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7B97-9DFE-F7C8-B5CD-A7634411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Software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A8E73-2502-5DFF-7BB4-C9DB2AD9C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OS: Windows / Linux / MacOS</a:t>
            </a:r>
          </a:p>
          <a:p>
            <a:endParaRPr lang="en-IN" dirty="0"/>
          </a:p>
          <a:p>
            <a:r>
              <a:rPr lang="en-IN" dirty="0" err="1"/>
              <a:t>WebBrowser</a:t>
            </a:r>
            <a:r>
              <a:rPr lang="en-IN" dirty="0"/>
              <a:t>: Chrome / Firefox</a:t>
            </a:r>
          </a:p>
          <a:p>
            <a:endParaRPr lang="en-IN" dirty="0"/>
          </a:p>
          <a:p>
            <a:r>
              <a:rPr lang="en-IN" dirty="0"/>
              <a:t>Node.js &amp; NPM</a:t>
            </a:r>
          </a:p>
          <a:p>
            <a:endParaRPr lang="en-IN" dirty="0"/>
          </a:p>
          <a:p>
            <a:r>
              <a:rPr lang="en-IN" dirty="0"/>
              <a:t>Ganache / Truffle for blockchain development</a:t>
            </a:r>
          </a:p>
          <a:p>
            <a:endParaRPr lang="en-IN" dirty="0"/>
          </a:p>
          <a:p>
            <a:r>
              <a:rPr lang="en-IN" dirty="0"/>
              <a:t>MetaMask extension</a:t>
            </a:r>
          </a:p>
        </p:txBody>
      </p:sp>
    </p:spTree>
    <p:extLst>
      <p:ext uri="{BB962C8B-B14F-4D97-AF65-F5344CB8AC3E}">
        <p14:creationId xmlns:p14="http://schemas.microsoft.com/office/powerpoint/2010/main" val="426238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9C14-0850-3411-C2ED-BA30ACDE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WorkFlow</a:t>
            </a:r>
            <a:r>
              <a:rPr lang="en-US" dirty="0"/>
              <a:t> Diagram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32831-917F-6B52-F58F-E8B478B1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8900" y="1461013"/>
            <a:ext cx="11277600" cy="4660387"/>
          </a:xfrm>
        </p:spPr>
        <p:txBody>
          <a:bodyPr>
            <a:norm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WorkflowUser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Login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via MetaMask.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Property Registration form  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submission with documents.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Smart Contract Validation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and hash generation.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Blockchain Storage of 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transaction hash.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Ownership Transfer upon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buyer-seller agreement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0" name="Picture 2" descr="researchgate.net/figure/...">
            <a:extLst>
              <a:ext uri="{FF2B5EF4-FFF2-40B4-BE49-F238E27FC236}">
                <a16:creationId xmlns:a16="http://schemas.microsoft.com/office/drawing/2014/main" id="{B8F055A0-BE0B-3530-38BE-DA59A747A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952500"/>
            <a:ext cx="7810500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96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BC9B-CFDA-1BA3-B4BC-8C70C8B8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F89CC-E464-CDFB-AC3F-C67A1B585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High security &amp; transparency.</a:t>
            </a:r>
          </a:p>
          <a:p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Reduced fraud &amp; paperwork.</a:t>
            </a:r>
          </a:p>
          <a:p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Immutable transaction history.</a:t>
            </a:r>
          </a:p>
          <a:p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24/7 accessibility from anywhere.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05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0D46-5267-4672-71F6-C280E715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Challenges &amp;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5515D-4384-3B5C-0315-5799018E1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Challenge	    Solution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High gas fees 	     Use private blockchain or Layer-2 solutions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User adoption	     Provide training and easy-to-use UI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Large file storage Store only file hashes on blockchain and actual files in IPFS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21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048617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8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9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https://github.com/ANUSHA474-ai/CAPSTONE_PSCS_4_waterfootprint-calculator-for-daily-usage-products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https://github.com/Shree336/CAPSTONE_PSCS_4_waterfootprint-calculator-for-daily-usage-products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B88E-7453-DC9F-5EED-DD5D75C7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610C8-944A-8A2B-A93C-2B0236E8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Can integrate with government databases for real-world adoption.</a:t>
            </a:r>
          </a:p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Potential to expand into multi-country land management systems.</a:t>
            </a:r>
          </a:p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Future integration with AI for fraud detection.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5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31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</a:pPr>
            <a:r>
              <a:rPr lang="en-IN" dirty="0">
                <a:hlinkClick r:id="rId3"/>
              </a:rPr>
              <a:t>https://tijer.org/JNRID/papers/JNRID2411012.pdf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r>
              <a:rPr lang="en-IN" dirty="0"/>
              <a:t>https://link.springer.com/article/10.1007/s11540-024-09716-1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r>
              <a:rPr lang="en-IN" dirty="0"/>
              <a:t>https://watercalculator.org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0*77"/>
  <p:tag name="TABLE_ENDDRAG_RECT" val="78*220*270*77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550</Words>
  <Application>Microsoft Office PowerPoint</Application>
  <PresentationFormat>Widescreen</PresentationFormat>
  <Paragraphs>119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Blockchain-Based Land Registration System</vt:lpstr>
      <vt:lpstr>Problem Statement Number: PSCS_4</vt:lpstr>
      <vt:lpstr>Content</vt:lpstr>
      <vt:lpstr>Content (continuation)..</vt:lpstr>
      <vt:lpstr>Objectives</vt:lpstr>
      <vt:lpstr>System Architecture</vt:lpstr>
      <vt:lpstr> Software Requirements</vt:lpstr>
      <vt:lpstr>WorkFlow Diagram</vt:lpstr>
      <vt:lpstr> Advantages</vt:lpstr>
      <vt:lpstr> Challenges &amp; Solutions</vt:lpstr>
      <vt:lpstr>Github Link</vt:lpstr>
      <vt:lpstr> Conclusion &amp; Future Scope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PSCS_4_Use of Digital Technology to calculate water footprints  for different daily use items.</dc:title>
  <dc:creator>Admin</dc:creator>
  <cp:lastModifiedBy>Sandya KJ</cp:lastModifiedBy>
  <cp:revision>10</cp:revision>
  <dcterms:created xsi:type="dcterms:W3CDTF">2025-08-12T07:29:00Z</dcterms:created>
  <dcterms:modified xsi:type="dcterms:W3CDTF">2025-08-19T15:15:38Z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6CAFFFC2E1F94C69A08021CFDD40ECF7_13</vt:lpwstr>
  </property>
  <property fmtid="{D5CDD505-2E9C-101B-9397-08002B2CF9AE}" pid="3" name="KSOProductBuildVer">
    <vt:lpwstr>1033-12.2.0.21931</vt:lpwstr>
  </property>
</Properties>
</file>